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3270" cy="6858000"/>
  <p:notesSz cx="7102475" cy="102342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2425FE-1754-4075-A595-28E8E75B9881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23677D-7C85-473F-B2B9-9E029ECAC228}" type="slidenum">
              <a:rPr/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79D99B-D481-4C43-88CE-4EFDFC26A680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E15B19-9B04-4F72-BCC6-A1148E08D75D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6254DF-9349-413B-89EE-592B2EBC3E3E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600" cy="614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5D852B-95A0-4EEA-9C16-97B0BA0258F5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B6AC46-B14B-46B3-8798-263406E9B50E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5BD33A-4D3A-480B-8BAB-3C02423B5C2A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312350-FEB0-4FD0-968C-38E6257724E2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B789B0-9847-4302-91E2-EE1515F770BF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48D27A-0803-4BAB-BD99-0CE9A94C9405}" type="slidenum">
              <a:rPr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5310AA-4F6C-4641-BFAD-47DE75A74643}" type="slidenum">
              <a:rPr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4000" b="0" strike="noStrike" spc="-1">
                <a:solidFill>
                  <a:srgbClr val="000000"/>
                </a:solidFill>
                <a:latin typeface="Calibri Light"/>
              </a:rPr>
              <a:t>单击以编辑标题文本格式</a:t>
            </a: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点击以编辑提纲文本格式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第二提纲级别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第三提纲级别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600200" lvl="3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第四提纲级别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4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第五提纲级别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5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第六提纲级别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6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第七提纲级别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D170F484-9256-4109-AEDD-16500AE3C032}" type="datetime">
              <a:rPr lang="zh-CN" altLang="en-US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8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BE9AD91-D1FD-4DE2-98C1-5D9436C9D6F3}" type="slidenum">
              <a:rPr lang="zh-CN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523880" y="1321920"/>
            <a:ext cx="9144000" cy="218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1523880" y="3601800"/>
            <a:ext cx="9144000" cy="1655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1800" b="0" strike="noStrike" spc="-1">
                <a:solidFill>
                  <a:srgbClr val="404040"/>
                </a:solidFill>
                <a:latin typeface="Calibri Light"/>
                <a:ea typeface="宋体"/>
              </a:rPr>
              <a:t>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visible_paste_te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703445" y="-2691130"/>
            <a:ext cx="1218501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video_5s_test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8905240" y="5013325"/>
            <a:ext cx="3010535" cy="16554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WPS 演示</Application>
  <PresentationFormat/>
  <Paragraphs>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1" baseType="lpstr">
      <vt:lpstr>Arial</vt:lpstr>
      <vt:lpstr>宋体</vt:lpstr>
      <vt:lpstr>Wingdings</vt:lpstr>
      <vt:lpstr>Calibri Light</vt:lpstr>
      <vt:lpstr>DejaVu Sans</vt:lpstr>
      <vt:lpstr>Arial</vt:lpstr>
      <vt:lpstr>Calibri</vt:lpstr>
      <vt:lpstr>宋体</vt:lpstr>
      <vt:lpstr>宋体</vt:lpstr>
      <vt:lpstr>Noto Serif CJK SC</vt:lpstr>
      <vt:lpstr>微软雅黑</vt:lpstr>
      <vt:lpstr>Droid Sans Fallback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wzx</cp:lastModifiedBy>
  <cp:revision>8</cp:revision>
  <dcterms:created xsi:type="dcterms:W3CDTF">2026-07-16T13:49:52Z</dcterms:created>
  <dcterms:modified xsi:type="dcterms:W3CDTF">2026-07-16T13:49:52Z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D4E35EEAF0CC9ED2FC2A576A7FED7F22_41</vt:lpwstr>
  </property>
  <property fmtid="{D5CDD505-2E9C-101B-9397-08002B2CF9AE}" pid="3" name="KSOProductBuildVer">
    <vt:lpwstr>2052-12.1.2.26885</vt:lpwstr>
  </property>
</Properties>
</file>