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png" ContentType="image/png"/>
  <ns0:Default Extension="jpeg" ContentType="image/jpeg"/>
  <ns0:Override PartName="/_rels/.rels" ContentType="application/vnd.openxmlformats-package.relationships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  <ns0:Override PartName="/ppt/presentation.xml" ContentType="application/vnd.openxmlformats-officedocument.presentationml.presentation.main+xml"/>
  <ns0:Override PartName="/ppt/slideMasters/_rels/slideMaster1.xml.rels" ContentType="application/vnd.openxmlformats-package.relationships+xml"/>
  <ns0:Override PartName="/ppt/slideMasters/slideMaster1.xml" ContentType="application/vnd.openxmlformats-officedocument.presentationml.slideMaster+xml"/>
  <ns0:Override PartName="/ppt/theme/theme1.xml" ContentType="application/vnd.openxmlformats-officedocument.theme+xml"/>
  <ns0:Override PartName="/ppt/_rels/presentation.xml.rels" ContentType="application/vnd.openxmlformats-package.relationship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_rels/slideLayout12.xml.rels" ContentType="application/vnd.openxmlformats-package.relationships+xml"/>
  <ns0:Override PartName="/ppt/slideLayouts/_rels/slideLayout11.xml.rels" ContentType="application/vnd.openxmlformats-package.relationships+xml"/>
  <ns0:Override PartName="/ppt/slideLayouts/_rels/slideLayout9.xml.rels" ContentType="application/vnd.openxmlformats-package.relationships+xml"/>
  <ns0:Override PartName="/ppt/slideLayouts/_rels/slideLayout10.xml.rels" ContentType="application/vnd.openxmlformats-package.relationships+xml"/>
  <ns0:Override PartName="/ppt/slideLayouts/_rels/slideLayout8.xml.rels" ContentType="application/vnd.openxmlformats-package.relationships+xml"/>
  <ns0:Override PartName="/ppt/slideLayouts/_rels/slideLayout5.xml.rels" ContentType="application/vnd.openxmlformats-package.relationships+xml"/>
  <ns0:Override PartName="/ppt/slideLayouts/_rels/slideLayout7.xml.rels" ContentType="application/vnd.openxmlformats-package.relationships+xml"/>
  <ns0:Override PartName="/ppt/slideLayouts/_rels/slideLayout4.xml.rels" ContentType="application/vnd.openxmlformats-package.relationships+xml"/>
  <ns0:Override PartName="/ppt/slideLayouts/_rels/slideLayout6.xml.rels" ContentType="application/vnd.openxmlformats-package.relationships+xml"/>
  <ns0:Override PartName="/ppt/slideLayouts/_rels/slideLayout3.xml.rels" ContentType="application/vnd.openxmlformats-package.relationships+xml"/>
  <ns0:Override PartName="/ppt/slideLayouts/_rels/slideLayout2.xml.rels" ContentType="application/vnd.openxmlformats-package.relationships+xml"/>
  <ns0:Override PartName="/ppt/slideLayouts/_rels/slideLayout1.xml.rels" ContentType="application/vnd.openxmlformats-package.relationships+xml"/>
  <ns0:Override PartName="/ppt/slideLayouts/slideLayout9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media/image1.png" ContentType="image/png"/>
  <ns0:Override PartName="/ppt/media/image2.png" ContentType="image/png"/>
  <ns0:Override PartName="/ppt/presProps.xml" ContentType="application/vnd.openxmlformats-officedocument.presentationml.presProps+xml"/>
  <ns0:Override PartName="/ppt/slides/slide1.xml" ContentType="application/vnd.openxmlformats-officedocument.presentationml.slide+xml"/>
  <ns0:Override PartName="/ppt/slides/_rels/slide7.xml.rels" ContentType="application/vnd.openxmlformats-package.relationships+xml"/>
  <ns0:Override PartName="/ppt/slides/_rels/slide6.xml.rels" ContentType="application/vnd.openxmlformats-package.relationships+xml"/>
  <ns0:Override PartName="/ppt/slides/_rels/slide3.xml.rels" ContentType="application/vnd.openxmlformats-package.relationships+xml"/>
  <ns0:Override PartName="/ppt/slides/_rels/slide5.xml.rels" ContentType="application/vnd.openxmlformats-package.relationships+xml"/>
  <ns0:Override PartName="/ppt/slides/_rels/slide2.xml.rels" ContentType="application/vnd.openxmlformats-package.relationships+xml"/>
  <ns0:Override PartName="/ppt/slides/_rels/slide4.xml.rels" ContentType="application/vnd.openxmlformats-package.relationships+xml"/>
  <ns0:Override PartName="/ppt/slides/_rels/slide1.xml.rels" ContentType="application/vnd.openxmlformats-package.relationships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Default Extension="mp4" ContentType="video/mp4"/>
</ns0: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Id2"/>
  </ns0:sldMasterIdLst>
  <ns0:sldIdLst>
    <ns0:sldId id="256" ns1:id="rId3"/>
    <ns0:sldId id="257" ns1:id="rId4"/>
    <ns0:sldId id="258" ns1:id="rId5"/>
    <ns0:sldId id="259" ns1:id="rId6"/>
    <ns0:sldId id="260" ns1:id="rId7"/>
  </ns0:sldIdLst>
  <ns0:sldSz cx="12193588" cy="6858000"/>
  <ns0:notesSz cx="7102475" cy="10234613"/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theme" Target="theme/theme1.xml" /><ns0:Relationship Id="rId2" Type="http://schemas.openxmlformats.org/officeDocument/2006/relationships/slideMaster" Target="slideMasters/slideMaster1.xml" /><ns0:Relationship Id="rId3" Type="http://schemas.openxmlformats.org/officeDocument/2006/relationships/slide" Target="slides/slide1.xml" /><ns0:Relationship Id="rId4" Type="http://schemas.openxmlformats.org/officeDocument/2006/relationships/slide" Target="slides/slide2.xml" /><ns0:Relationship Id="rId5" Type="http://schemas.openxmlformats.org/officeDocument/2006/relationships/slide" Target="slides/slide3.xml" /><ns0:Relationship Id="rId6" Type="http://schemas.openxmlformats.org/officeDocument/2006/relationships/slide" Target="slides/slide4.xml" /><ns0:Relationship Id="rId7" Type="http://schemas.openxmlformats.org/officeDocument/2006/relationships/slide" Target="slides/slide5.xml" /><ns0:Relationship Id="rId10" Type="http://schemas.openxmlformats.org/officeDocument/2006/relationships/presProps" Target="presProps.xml" />
</ns0: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7A8236-CCB9-4F22-BF92-1A06DD1959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F4C52C-DBB4-490D-8615-48E1A0902F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D918A3-5988-4E38-9BA6-F191E129EE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962022-2851-4994-A81D-C03F10F51A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D1CFAE-9DC7-4EAB-ACD1-990976B5CA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6EB2A4-CAC4-4D49-A2C4-EA8F557D8A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B95A4A-C29C-4E0B-BBAC-12C8D6C00C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7FA936-31F5-4166-A0F1-B5A92CC5D9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D24174-3BFE-4487-8BB4-F838C2E665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0321E6-B0AC-4CAF-B8D7-D552454564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A4F799-5069-4231-AE04-782291C664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75FB7F-70F4-419A-A77B-99AAC9F7E20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4000" spc="-1" strike="noStrike">
                <a:solidFill>
                  <a:srgbClr val="000000"/>
                </a:solidFill>
                <a:latin typeface="Calibri Light"/>
              </a:rPr>
              <a:t>单击以编辑标题文本格式</a:t>
            </a: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点击以编辑提纲文本格式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第二提纲级别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第三提纲级别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第四提纲级别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第五提纲级别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5" marL="20574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第六提纲级别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6" marL="20574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400" spc="-1" strike="noStrike">
                <a:solidFill>
                  <a:srgbClr val="000000"/>
                </a:solidFill>
                <a:latin typeface="Calibri"/>
              </a:rPr>
              <a:t>第七提纲级别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zh-CN" sz="12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65ABC7-3A60-4B2D-A3D7-E82CBE78216A}" type="datetime">
              <a:rPr b="0" lang="zh-CN" sz="1200" spc="-1" strike="noStrike">
                <a:solidFill>
                  <a:srgbClr val="898989"/>
                </a:solidFill>
                <a:latin typeface="Calibri"/>
              </a:rPr>
              <a:t>26/7/16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zh-CN" sz="12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zh-CN" sz="12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C912803-0329-4805-9328-6A6FA556AC7F}" type="slidenum">
              <a:rPr b="0" lang="zh-CN" sz="1200" spc="-1" strike="noStrike">
                <a:solidFill>
                  <a:srgbClr val="898989"/>
                </a:solidFill>
                <a:latin typeface="Calibri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321920"/>
            <a:ext cx="9144000" cy="2187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523880" y="3601800"/>
            <a:ext cx="9144000" cy="165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1800" spc="-1" strike="noStrike">
                <a:solidFill>
                  <a:srgbClr val="404040"/>
                </a:solidFill>
                <a:latin typeface="Calibri Light"/>
                <a:ea typeface="宋体"/>
              </a:rPr>
              <a:t>保持专注能够让复杂任务逐渐清晰。每一次尝试都会带来新的经验，我们根据结果持续调整方法，把计划落实到行动中，并用耐心完成每一个细节。保持专注能够让复杂任务逐渐清晰。每一次尝试都会带来新的经验，我们根据结果持续调整方法，把计划落实到行动中，并用耐心完成每一个细节。保持专注能够让复杂任务逐渐清晰。每一次尝试都会带来新的经验，我们根据结果持续调整方法，把计划落实到行动中，并用耐心完成每一个细节。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2023-07-19T01:26:00Z</dcterms:created>
  <dc:creator/>
  <dc:description/>
  <dc:language>zh-CN</dc:language>
  <cp:lastModifiedBy/>
  <dcterms:modified xsi:type="dcterms:W3CDTF">2026-07-16T19:35:12Z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D4E35EEAF0CC9ED2FC2A576A7FED7F22_41</vt:lpwstr>
  </property>
  <property fmtid="{D5CDD505-2E9C-101B-9397-08002B2CF9AE}" pid="3" name="KSOProductBuildVer">
    <vt:lpwstr>2052-12.1.2.26885</vt:lpwstr>
  </property>
</Properties>
</file>