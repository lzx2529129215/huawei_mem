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3270" cy="6858000"/>
  <p:notesSz cx="7102475" cy="102342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5894F-D2FC-4FB7-9066-74EAC373ADC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45E31-C1DD-496B-84C3-A99885904B9C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2122E-8A31-4C26-8CB6-A73967E697B8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2F5430-CB0B-4680-8E0B-9696F0D1221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C8F6C-543B-486A-A1A4-9CA457E8010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EE8A3-046B-43F6-97C8-74DA3C01103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F0E92F-0F2C-4881-A935-9A65D672012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CC3C7-0FBC-47B5-9F63-FFE999F529C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0AD97-C761-44DF-B941-CBD78847EA8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1BBBFE-A286-44BC-9160-38ED263CE296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6C7D4-A978-4B1A-B7F6-A8BCC66FA908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27E72-EB02-4801-A31C-A42BABB29DD8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0" strike="noStrike" spc="-1">
                <a:solidFill>
                  <a:srgbClr val="000000"/>
                </a:solidFill>
                <a:latin typeface="Calibri Light"/>
              </a:rPr>
              <a:t>单击以编辑标题文本格式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点击以编辑提纲文本格式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第二提纲级别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第三提纲级别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第四提纲级别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第五提纲级别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第六提纲级别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第七提纲级别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5C649B3-F93C-4DCC-AB91-2B141232C3A0}" type="datetime">
              <a:rPr lang="zh-CN" altLang="en-US" sz="1200" b="0" strike="noStrike" spc="-1">
                <a:solidFill>
                  <a:srgbClr val="898989"/>
                </a:solidFill>
                <a:latin typeface="Calibri"/>
              </a:rPr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4727F76-B274-4DCC-B6A3-43AB0B1F7923}" type="slidenum">
              <a:rPr lang="zh-CN" sz="1200" b="0" strike="noStrike" spc="-1">
                <a:solidFill>
                  <a:srgbClr val="898989"/>
                </a:solidFill>
                <a:latin typeface="Calibri"/>
              </a:rPr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21920"/>
            <a:ext cx="9144000" cy="218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3601800"/>
            <a:ext cx="9144000" cy="165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strike="noStrike" spc="-1">
                <a:solidFill>
                  <a:srgbClr val="404040"/>
                </a:solidFill>
                <a:latin typeface="Calibri Light"/>
              </a:rPr>
              <a:t>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文本框 2"/>
          <p:cNvSpPr/>
          <p:nvPr/>
        </p:nvSpPr>
        <p:spPr>
          <a:xfrm>
            <a:off x="3048120" y="3244680"/>
            <a:ext cx="609588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L2:L81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visible_paste_t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465" y="2132965"/>
            <a:ext cx="8108315" cy="4563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video_5s_test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833485" y="4941570"/>
            <a:ext cx="2983230" cy="1617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/>
  <Paragraphs>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Calibri Light</vt:lpstr>
      <vt:lpstr>DejaVu Sans</vt:lpstr>
      <vt:lpstr>Arial</vt:lpstr>
      <vt:lpstr>Calibri</vt:lpstr>
      <vt:lpstr>宋体</vt:lpstr>
      <vt:lpstr>Noto Serif CJK SC</vt:lpstr>
      <vt:lpstr>微软雅黑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wzx</cp:lastModifiedBy>
  <cp:revision>9</cp:revision>
  <dcterms:created xsi:type="dcterms:W3CDTF">2026-07-19T16:26:43Z</dcterms:created>
  <dcterms:modified xsi:type="dcterms:W3CDTF">2026-07-19T16:26:43Z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F21FF8931297D981C2FA5C6A9D013FDC_43</vt:lpwstr>
  </property>
  <property fmtid="{D5CDD505-2E9C-101B-9397-08002B2CF9AE}" pid="3" name="KSOProductBuildVer">
    <vt:lpwstr>2052-12.1.2.26885</vt:lpwstr>
  </property>
</Properties>
</file>