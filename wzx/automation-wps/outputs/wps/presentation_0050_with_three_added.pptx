
<file path=[Content_Types].xml><?xml version="1.0" encoding="utf-8"?>
<Types xmlns="http://schemas.openxmlformats.org/package/2006/content-types">
  <Default Extension="png" ContentType="image/png"/>
  <Default Extension="mp4" ContentType="video/mp4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3270" cy="6858000"/>
  <p:notesSz cx="7102475" cy="102342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F3F88BB-DD2D-42B7-85CC-26CB51B57E15}" type="slidenum">
              <a:rPr/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5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4000" b="0" strike="noStrike" spc="-1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838080" y="1825200"/>
            <a:ext cx="10515600" cy="435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2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70B17AD-842A-4661-8E25-7D236284C59B}" type="slidenum">
              <a:rPr/>
            </a:fld>
            <a:endParaRPr/>
          </a:p>
        </p:txBody>
      </p:sp>
      <p:sp>
        <p:nvSpPr>
          <p:cNvPr id="3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5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4000" b="0" strike="noStrike" spc="-1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838080" y="1825200"/>
            <a:ext cx="10515600" cy="43513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EE3F728-27D0-4982-9703-986F238BA45B}" type="slidenum">
              <a:rPr/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5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4000" b="0" strike="noStrike" spc="-1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838080" y="1825200"/>
            <a:ext cx="5131440" cy="43513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26560" y="1825200"/>
            <a:ext cx="5131440" cy="43513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83B1692-2AA1-42A8-BDE9-B9DE75B440C7}" type="slidenum">
              <a:rPr/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5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4000" b="0" strike="noStrike" spc="-1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95DBA76-F2E9-47BE-B953-04EE77970C1D}" type="slidenum">
              <a:rPr/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838080" y="365040"/>
            <a:ext cx="10515600" cy="614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1FC2577-EB61-4C0F-BF3B-A124E1D6705F}" type="slidenum">
              <a:rPr/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5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4000" b="0" strike="noStrike" spc="-1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838080" y="1825200"/>
            <a:ext cx="513144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26560" y="1825200"/>
            <a:ext cx="5131440" cy="43513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513144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A622BA4-FBF1-43E5-AE4C-5445D6B7BE9B}" type="slidenum">
              <a:rPr/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5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4000" b="0" strike="noStrike" spc="-1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838080" y="1825200"/>
            <a:ext cx="5131440" cy="43513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26560" y="1825200"/>
            <a:ext cx="513144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26560" y="4098240"/>
            <a:ext cx="513144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D5B34EE-4295-49C3-96B1-B1736D8634BC}" type="slidenum">
              <a:rPr/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5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4000" b="0" strike="noStrike" spc="-1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838080" y="1825200"/>
            <a:ext cx="513144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26560" y="1825200"/>
            <a:ext cx="513144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1051560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65B6D4A-28A4-4A44-9EF0-61DD1DA953C9}" type="slidenum">
              <a:rPr/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5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4000" b="0" strike="noStrike" spc="-1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838080" y="1825200"/>
            <a:ext cx="1051560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838080" y="4098240"/>
            <a:ext cx="1051560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2A415B2-1D12-499B-A4C5-5F41B22B4CE2}" type="slidenum">
              <a:rPr/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5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4000" b="0" strike="noStrike" spc="-1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838080" y="1825200"/>
            <a:ext cx="513144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26560" y="1825200"/>
            <a:ext cx="513144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513144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26560" y="4098240"/>
            <a:ext cx="513144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AA6512E-81C5-4508-8990-F6C4A4D753A9}" type="slidenum">
              <a:rPr/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endParaRPr 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5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4000" b="0" strike="noStrike" spc="-1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838080" y="1825200"/>
            <a:ext cx="338580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93440" y="1825200"/>
            <a:ext cx="338580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7949160" y="1825200"/>
            <a:ext cx="338580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838080" y="4098240"/>
            <a:ext cx="338580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93440" y="4098240"/>
            <a:ext cx="338580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7949160" y="4098240"/>
            <a:ext cx="3385800" cy="2075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90000"/>
              </a:lnSpc>
              <a:spcBef>
                <a:spcPts val="1000"/>
              </a:spcBef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3A96378-DFBC-4AB0-913D-565CDFC92CC4}" type="slidenum">
              <a:rPr/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endParaRPr lang="zh-C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5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9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zh-CN" sz="4000" b="0" strike="noStrike" spc="-1">
                <a:solidFill>
                  <a:srgbClr val="000000"/>
                </a:solidFill>
                <a:latin typeface="Calibri Light"/>
              </a:rPr>
              <a:t>单击以编辑标题文本格式</a:t>
            </a:r>
            <a:endParaRPr lang="en-US" sz="4000" b="0" strike="noStrike" spc="-1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838080" y="1825200"/>
            <a:ext cx="10515600" cy="43513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 marL="228600" indent="-228600">
              <a:lnSpc>
                <a:spcPct val="90000"/>
              </a:lnSpc>
              <a:spcBef>
                <a:spcPts val="10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zh-CN" sz="2400" b="0" strike="noStrike" spc="-1">
                <a:solidFill>
                  <a:srgbClr val="000000"/>
                </a:solidFill>
                <a:latin typeface="Calibri"/>
              </a:rPr>
              <a:t>点击以编辑提纲文本格式</a:t>
            </a: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  <a:p>
            <a:pPr marL="685800" lvl="1" indent="-228600">
              <a:lnSpc>
                <a:spcPct val="90000"/>
              </a:lnSpc>
              <a:spcBef>
                <a:spcPts val="10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zh-CN" sz="2400" b="0" strike="noStrike" spc="-1">
                <a:solidFill>
                  <a:srgbClr val="000000"/>
                </a:solidFill>
                <a:latin typeface="Calibri"/>
              </a:rPr>
              <a:t>第二提纲级别</a:t>
            </a: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  <a:p>
            <a:pPr marL="1143000" lvl="2" indent="-228600">
              <a:lnSpc>
                <a:spcPct val="90000"/>
              </a:lnSpc>
              <a:spcBef>
                <a:spcPts val="10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zh-CN" sz="2400" b="0" strike="noStrike" spc="-1">
                <a:solidFill>
                  <a:srgbClr val="000000"/>
                </a:solidFill>
                <a:latin typeface="Calibri"/>
              </a:rPr>
              <a:t>第三提纲级别</a:t>
            </a: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  <a:p>
            <a:pPr marL="1600200" lvl="3" indent="-228600">
              <a:lnSpc>
                <a:spcPct val="90000"/>
              </a:lnSpc>
              <a:spcBef>
                <a:spcPts val="10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zh-CN" sz="2400" b="0" strike="noStrike" spc="-1">
                <a:solidFill>
                  <a:srgbClr val="000000"/>
                </a:solidFill>
                <a:latin typeface="Calibri"/>
              </a:rPr>
              <a:t>第四提纲级别</a:t>
            </a: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  <a:p>
            <a:pPr marL="2057400" lvl="4" indent="-228600">
              <a:lnSpc>
                <a:spcPct val="90000"/>
              </a:lnSpc>
              <a:spcBef>
                <a:spcPts val="10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zh-CN" sz="2400" b="0" strike="noStrike" spc="-1">
                <a:solidFill>
                  <a:srgbClr val="000000"/>
                </a:solidFill>
                <a:latin typeface="Calibri"/>
              </a:rPr>
              <a:t>第五提纲级别</a:t>
            </a: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  <a:p>
            <a:pPr marL="2057400" lvl="5" indent="-228600">
              <a:lnSpc>
                <a:spcPct val="90000"/>
              </a:lnSpc>
              <a:spcBef>
                <a:spcPts val="10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zh-CN" sz="2400" b="0" strike="noStrike" spc="-1">
                <a:solidFill>
                  <a:srgbClr val="000000"/>
                </a:solidFill>
                <a:latin typeface="Calibri"/>
              </a:rPr>
              <a:t>第六提纲级别</a:t>
            </a: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  <a:p>
            <a:pPr marL="2057400" lvl="6" indent="-228600">
              <a:lnSpc>
                <a:spcPct val="90000"/>
              </a:lnSpc>
              <a:spcBef>
                <a:spcPts val="1000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zh-CN" sz="2400" b="0" strike="noStrike" spc="-1">
                <a:solidFill>
                  <a:srgbClr val="000000"/>
                </a:solidFill>
                <a:latin typeface="Calibri"/>
              </a:rPr>
              <a:t>第七提纲级别</a:t>
            </a: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3200" cy="3650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zh-CN" sz="1200" b="0" strike="noStrike" spc="-1">
                <a:solidFill>
                  <a:srgbClr val="898989"/>
                </a:solidFill>
                <a:latin typeface="Calibri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5EDF89BC-778F-46D3-B419-07C4F95D800A}" type="datetime">
              <a:rPr lang="zh-CN" altLang="en-US" sz="1200" b="0" strike="noStrike" spc="-1">
                <a:solidFill>
                  <a:srgbClr val="898989"/>
                </a:solidFill>
                <a:latin typeface="Calibri"/>
              </a:rPr>
            </a:fld>
            <a:endParaRPr lang="en-US" sz="1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800" cy="3650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zh-CN" sz="1200" b="0" strike="noStrike" spc="-1">
                <a:solidFill>
                  <a:srgbClr val="898989"/>
                </a:solidFill>
                <a:latin typeface="Calibri"/>
              </a:defRPr>
            </a:lvl1pPr>
          </a:lstStyle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5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3200" cy="3650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zh-CN" sz="1200" b="0" strike="noStrike" spc="-1">
                <a:solidFill>
                  <a:srgbClr val="898989"/>
                </a:solidFill>
                <a:latin typeface="Calibri"/>
              </a:defRPr>
            </a:lvl1pPr>
          </a:lstStyle>
          <a:p>
            <a:pPr algn="r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4ABC786D-8740-4FE0-8FE0-2FB3522441A3}" type="slidenum">
              <a:rPr lang="zh-CN" sz="1200" b="0" strike="noStrike" spc="-1">
                <a:solidFill>
                  <a:srgbClr val="898989"/>
                </a:solidFill>
                <a:latin typeface="Calibri"/>
              </a:rPr>
            </a:fld>
            <a:endParaRPr lang="en-US" sz="1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3" Type="http://schemas.openxmlformats.org/officeDocument/2006/relationships/tags" Target="../tags/tag1.xml"/><Relationship Id="rId2" Type="http://schemas.microsoft.com/office/2007/relationships/media" Target="../media/media1.mp4"/><Relationship Id="rId1" Type="http://schemas.openxmlformats.org/officeDocument/2006/relationships/video" Target="../media/media1.mp4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1523880" y="1321920"/>
            <a:ext cx="9144000" cy="218772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pPr>
              <a:lnSpc>
                <a:spcPct val="9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4000" b="0" strike="noStrike" spc="-1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ubTitle"/>
          </p:nvPr>
        </p:nvSpPr>
        <p:spPr>
          <a:xfrm>
            <a:off x="1523880" y="3601800"/>
            <a:ext cx="9144000" cy="16556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algn="ctr">
              <a:lnSpc>
                <a:spcPct val="90000"/>
              </a:lnSpc>
              <a:spcBef>
                <a:spcPts val="1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zh-CN" sz="1800" b="0" strike="noStrike" spc="-1">
                <a:solidFill>
                  <a:srgbClr val="404040"/>
                </a:solidFill>
                <a:latin typeface="Calibri Light"/>
              </a:rPr>
              <a:t>保持专注能够让复杂任务逐渐清晰。每一次尝试都会带来新的经验，我们根据结果持续调整方法，把计划落实到行动中，并用耐心完成每一个细节。保持专注能够让复杂任务逐渐清晰。每一次尝试都会带来新的经验，我们根据结果持续调整方法，把计划落实到行动中，并用耐心完成每一个细节。保持专注能够让复杂任务逐渐清晰。每一次尝试都会带来新的经验，我们根据结果持续调整方法，把计划落实到行动中，并用耐心完成每一个细节。</a:t>
            </a: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3" name="文本框 2"/>
          <p:cNvSpPr/>
          <p:nvPr/>
        </p:nvSpPr>
        <p:spPr>
          <a:xfrm>
            <a:off x="3048120" y="3244680"/>
            <a:ext cx="6095880" cy="6426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6800" rIns="90000" bIns="46800" anchor="t">
            <a:spAutoFit/>
          </a:bodyPr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L2:L81</a:t>
            </a: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visible_paste_tes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20465" y="2132965"/>
            <a:ext cx="8108315" cy="456374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video_5s_test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635" y="0"/>
            <a:ext cx="12192000" cy="6858000"/>
          </a:xfrm>
          <a:prstGeom prst="rect">
            <a:avLst/>
          </a:prstGeom>
        </p:spPr>
      </p:pic>
      <p:sp>
        <p:nvSpPr>
          <p:cNvPr id="3" name="矩形 2"/>
          <p:cNvSpPr/>
          <p:nvPr/>
        </p:nvSpPr>
        <p:spPr>
          <a:xfrm>
            <a:off x="8833485" y="4941570"/>
            <a:ext cx="2983230" cy="1617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 fullScrn="0"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tags/tag1.xml><?xml version="1.0" encoding="utf-8"?>
<p:tagLst xmlns:p="http://schemas.openxmlformats.org/presentationml/2006/main">
  <p:tag name="KSO_WM_MEDIACOVER_FLAG" val="1"/>
  <p:tag name="KSO_WM_UNIT_MEDIACOVER_BTN_STATE" val="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201</Words>
  <Application>WPS 演示</Application>
  <PresentationFormat/>
  <Paragraphs>5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21" baseType="lpstr">
      <vt:lpstr>Arial</vt:lpstr>
      <vt:lpstr>宋体</vt:lpstr>
      <vt:lpstr>Wingdings</vt:lpstr>
      <vt:lpstr>Calibri Light</vt:lpstr>
      <vt:lpstr>DejaVu Sans</vt:lpstr>
      <vt:lpstr>Arial</vt:lpstr>
      <vt:lpstr>Calibri</vt:lpstr>
      <vt:lpstr>宋体</vt:lpstr>
      <vt:lpstr>Noto Serif CJK SC</vt:lpstr>
      <vt:lpstr>微软雅黑</vt:lpstr>
      <vt:lpstr>Droid Sans Fallback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wzx</cp:lastModifiedBy>
  <cp:revision>9</cp:revision>
  <dcterms:created xsi:type="dcterms:W3CDTF">2026-07-19T17:02:20Z</dcterms:created>
  <dcterms:modified xsi:type="dcterms:W3CDTF">2026-07-19T17:02:20Z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EE435A7BA31FAB071C035D6A6D040E73_43</vt:lpwstr>
  </property>
  <property fmtid="{D5CDD505-2E9C-101B-9397-08002B2CF9AE}" pid="3" name="KSOProductBuildVer">
    <vt:lpwstr>2052-12.1.2.26885</vt:lpwstr>
  </property>
</Properties>
</file>