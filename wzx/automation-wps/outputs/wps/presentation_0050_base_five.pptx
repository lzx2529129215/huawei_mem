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3588" cy="6858000"/>
  <p:notesSz cx="7102475" cy="102346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45894F-D2FC-4FB7-9066-74EAC373AD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545E31-C1DD-496B-84C3-A99885904B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12122E-8A31-4C26-8CB6-A73967E697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2F5430-CB0B-4680-8E0B-9696F0D122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CC8F6C-543B-486A-A1A4-9CA457E801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5EE8A3-046B-43F6-97C8-74DA3C0110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F0E92F-0F2C-4881-A935-9A65D67201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6CC3C7-0FBC-47B5-9F63-FFE999F529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A0AD97-C761-44DF-B941-CBD78847EA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1BBBFE-A286-44BC-9160-38ED263CE2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B6C7D4-A978-4B1A-B7F6-A8BCC66FA90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127E72-EB02-4801-A31C-A42BABB29D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4000" spc="-1" strike="noStrike">
                <a:solidFill>
                  <a:srgbClr val="000000"/>
                </a:solidFill>
                <a:latin typeface="Calibri Light"/>
              </a:rPr>
              <a:t>单击以编辑标题文本格式</a:t>
            </a: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点击以编辑提纲文本格式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第二提纲级别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第三提纲级别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第四提纲级别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第五提纲级别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第六提纲级别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第七提纲级别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zh-CN" sz="12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C649B3-F93C-4DCC-AB91-2B141232C3A0}" type="datetime">
              <a:rPr b="0" lang="zh-CN" sz="1200" spc="-1" strike="noStrike">
                <a:solidFill>
                  <a:srgbClr val="898989"/>
                </a:solidFill>
                <a:latin typeface="Calibri"/>
              </a:rPr>
              <a:t>26/7/20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zh-CN" sz="12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zh-CN" sz="12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4727F76-B274-4DCC-B6A3-43AB0B1F7923}" type="slidenum">
              <a:rPr b="0" lang="zh-CN" sz="1200" spc="-1" strike="noStrike">
                <a:solidFill>
                  <a:srgbClr val="898989"/>
                </a:solidFill>
                <a:latin typeface="Calibri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321920"/>
            <a:ext cx="9144000" cy="2187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523880" y="3601800"/>
            <a:ext cx="9144000" cy="165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800" spc="-1" strike="noStrike">
                <a:solidFill>
                  <a:srgbClr val="404040"/>
                </a:solidFill>
                <a:latin typeface="Calibri Light"/>
              </a:rPr>
              <a:t>保持专注能够让复杂任务逐渐清晰。每一次尝试都会带来新的经验，我们根据结果持续调整方法，把计划落实到行动中，并用耐心完成每一个细节。保持专注能够让复杂任务逐渐清晰。每一次尝试都会带来新的经验，我们根据结果持续调整方法，把计划落实到行动中，并用耐心完成每一个细节。保持专注能够让复杂任务逐渐清晰。每一次尝试都会带来新的经验，我们根据结果持续调整方法，把计划落实到行动中，并用耐心完成每一个细节。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文本框 2"/>
          <p:cNvSpPr/>
          <p:nvPr/>
        </p:nvSpPr>
        <p:spPr>
          <a:xfrm>
            <a:off x="3048120" y="3244680"/>
            <a:ext cx="609588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L2:L81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2023-07-19T09:26:00Z</dcterms:created>
  <dc:creator/>
  <dc:description/>
  <dc:language>zh-CN</dc:language>
  <cp:lastModifiedBy/>
  <dcterms:modified xsi:type="dcterms:W3CDTF">2026-07-20T00:24:49Z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D4E35EEAF0CC9ED2FC2A576A7FED7F22_41</vt:lpwstr>
  </property>
  <property fmtid="{D5CDD505-2E9C-101B-9397-08002B2CF9AE}" pid="3" name="KSOProductBuildVer">
    <vt:lpwstr>2052-12.1.2.26885</vt:lpwstr>
  </property>
</Properties>
</file>