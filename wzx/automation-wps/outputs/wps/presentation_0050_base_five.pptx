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2193588" cy="6858000"/>
  <p:notesSz cx="7102475" cy="102346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F3F88BB-DD2D-42B7-85CC-26CB51B57E1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40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200"/>
            <a:ext cx="10515600" cy="435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70B17AD-842A-4661-8E25-7D236284C59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40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1051560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EE3F728-27D0-4982-9703-986F238BA45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40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513144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26560" y="1825200"/>
            <a:ext cx="513144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83B1692-2AA1-42A8-BDE9-B9DE75B440C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40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95DBA76-F2E9-47BE-B953-04EE77970C1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600" cy="614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1FC2577-EB61-4C0F-BF3B-A124E1D6705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40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26560" y="1825200"/>
            <a:ext cx="513144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A622BA4-FBF1-43E5-AE4C-5445D6B7BE9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40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513144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2656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26560" y="409824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D5B34EE-4295-49C3-96B1-B1736D8634B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40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2656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105156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65B6D4A-28A4-4A44-9EF0-61DD1DA953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40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105156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838080" y="4098240"/>
            <a:ext cx="105156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2A415B2-1D12-499B-A4C5-5F41B22B4CE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40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2656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26560" y="409824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AA6512E-81C5-4508-8990-F6C4A4D753A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40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93440" y="182520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7949160" y="182520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838080" y="409824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93440" y="409824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7949160" y="409824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3A96378-DFBC-4AB0-913D-565CDFC92CC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zh-CN" sz="4000" spc="-1" strike="noStrike">
                <a:solidFill>
                  <a:srgbClr val="000000"/>
                </a:solidFill>
                <a:latin typeface="Calibri Light"/>
              </a:rPr>
              <a:t>单击以编辑标题文本格式</a:t>
            </a:r>
            <a:endParaRPr b="0" lang="en-US" sz="40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838080" y="1825200"/>
            <a:ext cx="1051560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zh-CN" sz="2400" spc="-1" strike="noStrike">
                <a:solidFill>
                  <a:srgbClr val="000000"/>
                </a:solidFill>
                <a:latin typeface="Calibri"/>
              </a:rPr>
              <a:t>点击以编辑提纲文本格式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1" marL="6858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zh-CN" sz="2400" spc="-1" strike="noStrike">
                <a:solidFill>
                  <a:srgbClr val="000000"/>
                </a:solidFill>
                <a:latin typeface="Calibri"/>
              </a:rPr>
              <a:t>第二提纲级别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1430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zh-CN" sz="2400" spc="-1" strike="noStrike">
                <a:solidFill>
                  <a:srgbClr val="000000"/>
                </a:solidFill>
                <a:latin typeface="Calibri"/>
              </a:rPr>
              <a:t>第三提纲级别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3" marL="16002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zh-CN" sz="2400" spc="-1" strike="noStrike">
                <a:solidFill>
                  <a:srgbClr val="000000"/>
                </a:solidFill>
                <a:latin typeface="Calibri"/>
              </a:rPr>
              <a:t>第四提纲级别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4" marL="20574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zh-CN" sz="2400" spc="-1" strike="noStrike">
                <a:solidFill>
                  <a:srgbClr val="000000"/>
                </a:solidFill>
                <a:latin typeface="Calibri"/>
              </a:rPr>
              <a:t>第五提纲级别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5" marL="20574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zh-CN" sz="2400" spc="-1" strike="noStrike">
                <a:solidFill>
                  <a:srgbClr val="000000"/>
                </a:solidFill>
                <a:latin typeface="Calibri"/>
              </a:rPr>
              <a:t>第六提纲级别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6" marL="20574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zh-CN" sz="2400" spc="-1" strike="noStrike">
                <a:solidFill>
                  <a:srgbClr val="000000"/>
                </a:solidFill>
                <a:latin typeface="Calibri"/>
              </a:rPr>
              <a:t>第七提纲级别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3200" cy="365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  <a:defRPr b="0" lang="zh-CN" sz="1200" spc="-1" strike="noStrike">
                <a:solidFill>
                  <a:srgbClr val="898989"/>
                </a:solidFill>
                <a:latin typeface="Calibri"/>
              </a:defRPr>
            </a:lvl1pPr>
          </a:lstStyle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fld id="{5EDF89BC-778F-46D3-B419-07C4F95D800A}" type="datetime">
              <a:rPr b="0" lang="zh-CN" sz="1200" spc="-1" strike="noStrike">
                <a:solidFill>
                  <a:srgbClr val="898989"/>
                </a:solidFill>
                <a:latin typeface="Calibri"/>
              </a:rPr>
              <a:t>26/7/20</a:t>
            </a:fld>
            <a:endParaRPr b="0" lang="en-US" sz="1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800" cy="365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  <a:defRPr b="0" lang="zh-CN" sz="1200" spc="-1" strike="noStrike">
                <a:solidFill>
                  <a:srgbClr val="898989"/>
                </a:solidFill>
                <a:latin typeface="Calibri"/>
              </a:defRPr>
            </a:lvl1pPr>
          </a:lstStyle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1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3200" cy="365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  <a:defRPr b="0" lang="zh-CN" sz="1200" spc="-1" strike="noStrike">
                <a:solidFill>
                  <a:srgbClr val="898989"/>
                </a:solidFill>
                <a:latin typeface="Calibri"/>
              </a:defRPr>
            </a:lvl1pPr>
          </a:lstStyle>
          <a:p>
            <a:pPr algn="r"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fld id="{4ABC786D-8740-4FE0-8FE0-2FB3522441A3}" type="slidenum">
              <a:rPr b="0" lang="zh-CN" sz="1200" spc="-1" strike="noStrike">
                <a:solidFill>
                  <a:srgbClr val="898989"/>
                </a:solidFill>
                <a:latin typeface="Calibri"/>
              </a:rPr>
              <a:t>&lt;编号&gt;</a:t>
            </a:fld>
            <a:endParaRPr b="0" lang="en-US" sz="1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1523880" y="1321920"/>
            <a:ext cx="9144000" cy="21877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40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1523880" y="3601800"/>
            <a:ext cx="9144000" cy="16556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algn="ctr">
              <a:lnSpc>
                <a:spcPct val="90000"/>
              </a:lnSpc>
              <a:spcBef>
                <a:spcPts val="10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zh-CN" sz="1800" spc="-1" strike="noStrike">
                <a:solidFill>
                  <a:srgbClr val="404040"/>
                </a:solidFill>
                <a:latin typeface="Calibri Light"/>
              </a:rPr>
              <a:t>保持专注能够让复杂任务逐渐清晰。每一次尝试都会带来新的经验，我们根据结果持续调整方法，把计划落实到行动中，并用耐心完成每一个细节。保持专注能够让复杂任务逐渐清晰。每一次尝试都会带来新的经验，我们根据结果持续调整方法，把计划落实到行动中，并用耐心完成每一个细节。保持专注能够让复杂任务逐渐清晰。每一次尝试都会带来新的经验，我们根据结果持续调整方法，把计划落实到行动中，并用耐心完成每一个细节。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文本框 2"/>
          <p:cNvSpPr/>
          <p:nvPr/>
        </p:nvSpPr>
        <p:spPr>
          <a:xfrm>
            <a:off x="3048120" y="3244680"/>
            <a:ext cx="6095880" cy="6426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sp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L2:L81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2023-07-19T09:26:00Z</dcterms:created>
  <dc:creator/>
  <dc:description/>
  <dc:language>zh-CN</dc:language>
  <cp:lastModifiedBy/>
  <dcterms:modified xsi:type="dcterms:W3CDTF">2026-07-20T01:00:24Z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D4E35EEAF0CC9ED2FC2A576A7FED7F22_41</vt:lpwstr>
  </property>
  <property fmtid="{D5CDD505-2E9C-101B-9397-08002B2CF9AE}" pid="3" name="KSOProductBuildVer">
    <vt:lpwstr>2052-12.1.2.26885</vt:lpwstr>
  </property>
</Properties>
</file>