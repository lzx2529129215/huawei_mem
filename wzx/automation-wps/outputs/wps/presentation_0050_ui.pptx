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3270" cy="6858000"/>
  <p:notesSz cx="7102475" cy="102342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3F88BB-DD2D-42B7-85CC-26CB51B57E15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0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lnSpc>
                <a:spcPct val="90000"/>
              </a:lnSpc>
              <a:spcBef>
                <a:spcPts val="10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0B17AD-842A-4661-8E25-7D236284C59B}" type="slidenum">
              <a:rPr/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0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E3F728-27D0-4982-9703-986F238BA45B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0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838080" y="1825200"/>
            <a:ext cx="5131440" cy="435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26560" y="1825200"/>
            <a:ext cx="5131440" cy="435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3B1692-2AA1-42A8-BDE9-B9DE75B440C7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0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5DBA76-F2E9-47BE-B953-04EE77970C1D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600" cy="614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lnSpc>
                <a:spcPct val="90000"/>
              </a:lnSpc>
              <a:spcBef>
                <a:spcPts val="10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FC2577-EB61-4C0F-BF3B-A124E1D6705F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0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838080" y="182520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26560" y="1825200"/>
            <a:ext cx="5131440" cy="435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622BA4-FBF1-43E5-AE4C-5445D6B7BE9B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0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825200"/>
            <a:ext cx="5131440" cy="435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26560" y="182520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26560" y="409824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5B34EE-4295-49C3-96B1-B1736D8634BC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0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20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26560" y="182520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60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65B6D4A-28A4-4A44-9EF0-61DD1DA953C9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0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838080" y="1825200"/>
            <a:ext cx="1051560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60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A415B2-1D12-499B-A4C5-5F41B22B4CE2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0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838080" y="182520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26560" y="182520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26560" y="409824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A6512E-81C5-4508-8990-F6C4A4D753A9}" type="slidenum">
              <a:rPr/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0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838080" y="1825200"/>
            <a:ext cx="338580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93440" y="1825200"/>
            <a:ext cx="338580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7949160" y="1825200"/>
            <a:ext cx="338580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A96378-DFBC-4AB0-913D-565CDFC92CC4}" type="slidenum">
              <a:rPr/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4000" b="0" strike="noStrike" spc="-1">
                <a:solidFill>
                  <a:srgbClr val="000000"/>
                </a:solidFill>
                <a:latin typeface="Calibri Light"/>
              </a:rPr>
              <a:t>单击以编辑标题文本格式</a:t>
            </a:r>
            <a:endParaRPr lang="en-US" sz="40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strike="noStrike" spc="-1">
                <a:solidFill>
                  <a:srgbClr val="000000"/>
                </a:solidFill>
                <a:latin typeface="Calibri"/>
              </a:rPr>
              <a:t>点击以编辑提纲文本格式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685800" lvl="1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strike="noStrike" spc="-1">
                <a:solidFill>
                  <a:srgbClr val="000000"/>
                </a:solidFill>
                <a:latin typeface="Calibri"/>
              </a:rPr>
              <a:t>第二提纲级别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strike="noStrike" spc="-1">
                <a:solidFill>
                  <a:srgbClr val="000000"/>
                </a:solidFill>
                <a:latin typeface="Calibri"/>
              </a:rPr>
              <a:t>第三提纲级别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strike="noStrike" spc="-1">
                <a:solidFill>
                  <a:srgbClr val="000000"/>
                </a:solidFill>
                <a:latin typeface="Calibri"/>
              </a:rPr>
              <a:t>第四提纲级别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strike="noStrike" spc="-1">
                <a:solidFill>
                  <a:srgbClr val="000000"/>
                </a:solidFill>
                <a:latin typeface="Calibri"/>
              </a:rPr>
              <a:t>第五提纲级别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5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strike="noStrike" spc="-1">
                <a:solidFill>
                  <a:srgbClr val="000000"/>
                </a:solidFill>
                <a:latin typeface="Calibri"/>
              </a:rPr>
              <a:t>第六提纲级别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6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strike="noStrike" spc="-1">
                <a:solidFill>
                  <a:srgbClr val="000000"/>
                </a:solidFill>
                <a:latin typeface="Calibri"/>
              </a:rPr>
              <a:t>第七提纲级别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1200" b="0" strike="noStrike" spc="-1">
                <a:solidFill>
                  <a:srgbClr val="898989"/>
                </a:solidFill>
                <a:latin typeface="Calibri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EDF89BC-778F-46D3-B419-07C4F95D800A}" type="datetime">
              <a:rPr lang="zh-CN" altLang="en-US" sz="1200" b="0" strike="noStrike" spc="-1">
                <a:solidFill>
                  <a:srgbClr val="898989"/>
                </a:solidFill>
                <a:latin typeface="Calibri"/>
              </a:rPr>
            </a:fld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1200" b="0" strike="noStrike" spc="-1">
                <a:solidFill>
                  <a:srgbClr val="898989"/>
                </a:solidFill>
                <a:latin typeface="Calibri"/>
              </a:defRPr>
            </a:lvl1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1200" b="0" strike="noStrike" spc="-1">
                <a:solidFill>
                  <a:srgbClr val="898989"/>
                </a:solidFill>
                <a:latin typeface="Calibri"/>
              </a:defRPr>
            </a:lvl1pPr>
          </a:lstStyle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ABC786D-8740-4FE0-8FE0-2FB3522441A3}" type="slidenum">
              <a:rPr lang="zh-CN" sz="1200" b="0" strike="noStrike" spc="-1">
                <a:solidFill>
                  <a:srgbClr val="898989"/>
                </a:solidFill>
                <a:latin typeface="Calibri"/>
              </a:rPr>
            </a:fld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523880" y="1321920"/>
            <a:ext cx="9144000" cy="21877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0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1523880" y="3601800"/>
            <a:ext cx="9144000" cy="1655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lnSpc>
                <a:spcPct val="90000"/>
              </a:lnSpc>
              <a:spcBef>
                <a:spcPts val="1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1800" b="0" strike="noStrike" spc="-1">
                <a:solidFill>
                  <a:srgbClr val="404040"/>
                </a:solidFill>
                <a:latin typeface="Calibri Light"/>
              </a:rPr>
              <a:t>保持专注能够让复杂任务逐渐清晰。每一次尝试都会带来新的经验，我们根据结果持续调整方法，把计划落实到行动中，并用耐心完成每一个细节。保持专注能够让复杂任务逐渐清晰。每一次尝试都会带来新的经验，我们根据结果持续调整方法，把计划落实到行动中，并用耐心完成每一个细节。保持专注能够让复杂任务逐渐清晰。每一次尝试都会带来新的经验，我们根据结果持续调整方法，把计划落实到行动中，并用耐心完成每一个细节。</a:t>
            </a: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文本框 2"/>
          <p:cNvSpPr/>
          <p:nvPr/>
        </p:nvSpPr>
        <p:spPr>
          <a:xfrm>
            <a:off x="3048120" y="3244680"/>
            <a:ext cx="6095880" cy="642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6800" rIns="90000" bIns="46800" anchor="t">
            <a:sp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L2:L81</a:t>
            </a: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</Words>
  <Application>WPS 演示</Application>
  <PresentationFormat/>
  <Paragraphs>5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9" baseType="lpstr">
      <vt:lpstr>Arial</vt:lpstr>
      <vt:lpstr>宋体</vt:lpstr>
      <vt:lpstr>Wingdings</vt:lpstr>
      <vt:lpstr>Calibri Light</vt:lpstr>
      <vt:lpstr>DejaVu Sans</vt:lpstr>
      <vt:lpstr>Arial</vt:lpstr>
      <vt:lpstr>Calibri</vt:lpstr>
      <vt:lpstr>宋体</vt:lpstr>
      <vt:lpstr>Noto Serif CJK SC</vt:lpstr>
      <vt:lpstr>微软雅黑</vt:lpstr>
      <vt:lpstr>Droid Sans Fallback</vt:lpstr>
      <vt:lpstr>Arial Unicode MS</vt:lpstr>
      <vt:lpstr>OpenSymbol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wzx</cp:lastModifiedBy>
  <cp:revision>10</cp:revision>
  <dcterms:created xsi:type="dcterms:W3CDTF">2026-07-19T17:03:03Z</dcterms:created>
  <dcterms:modified xsi:type="dcterms:W3CDTF">2026-07-19T17:03:03Z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48CEACFF4E44A85147035D6AA9F05428_43</vt:lpwstr>
  </property>
  <property fmtid="{D5CDD505-2E9C-101B-9397-08002B2CF9AE}" pid="3" name="KSOProductBuildVer">
    <vt:lpwstr>2052-12.1.2.26885</vt:lpwstr>
  </property>
</Properties>
</file>